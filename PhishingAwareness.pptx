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7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Recognize, Avoid, and Report Phishing Attacks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Danvir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type of cyber attack where criminals pretend to be a trusted person or organization to trick you into giving up sensitive information like passwords, credit card numbers, or personal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targets include: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 and credit cards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social media logins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credentials and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identity information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2926080" cy="3474720"/>
          </a:xfrm>
          <a:prstGeom prst="roundRect">
            <a:avLst>
              <a:gd name="adj" fmla="val 3125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280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Billion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85216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every day worldwide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85216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involve phishing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from trusted brands like banks or Google asking you to click a link.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using your name or personal details to seem more convincing.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 with fake delivery or prize notifications.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scams where attackers pretend to be tech support or government.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a real email with malicious links replacing the original ones.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high-level executives or managers in an organization.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 — Fake Bank Email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security@hdfc-bank-alerts.com   |   Subject: URGENT: Your account has been suspended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
We have detected unusual activity on your account. Your account has been temporarily SUSPENDED for your protection.
Click here to verify your identity immediately: </a:t>
            </a:r>
            <a:r>
              <a:rPr lang="en-US" sz="1200" u="sng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http://hdfc-secure-login.xyz/verify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this email: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domain: hdfc-bank-alerts.com (not hdfcbank.com)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urgency and fear to rush you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pointing to .xyz domain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 a Phishing Email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Urgency or Threats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"Act Now", "Account Suspended", or "Immediate Action Required"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Suspicious Links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3990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— the real URL shown at the bottom doesn't match the 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13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Fake Sender Address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791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support@paypa1.com or noreply@amazon-secure.net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13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Unexpected Attachments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6791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.exe files you didn't ask for — never open these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Spelling Mistakes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593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or odd phrasing — professional companies proofread emails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Too Good To Be True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9593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wins, lottery, or free offers that require your personal details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these before entering any information: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site: https://www.paypal.com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site: https://paypa1-login.com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Lock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9385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padlock icon. No padlock = not secure. But note: fake sites CAN have HTTPS too.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tricks like paypa1.com (number 1 instead of letter l) or amazon.secure-login.net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4930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 images, missing links, or broken layout can indicate a cloned fake page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is when attackers manipulate human psychology instead of technical systems. They exploit trust, fear, and urgency.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105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81051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your IT department, bank, or government agency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2F3F4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323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43230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24 hours unless you act now"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0540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05409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name, company name, or friend's name to seem trustworthy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2F3F4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675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67588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"Virus detected on your computer — call this number immediately"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24528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297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429768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 prize — click here to claim it"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E9F7E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email addresses carefully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authentication (MFA)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antivirus updated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 team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DON'T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in unexpected emails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open attachments you didn't expect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enter passwords on unfamiliar sites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OTPs or passwords over call/text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browser security warnings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Got Phished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calm. Acting fast matters more than worrying.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clicked a link, disconnect from the internet immediately.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password of the affected account right away from a safe device.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 if it wasn't already enabled.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IT/security team, bank, or relevant organization immediately.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9476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Your Device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antivirus scan to check for any malware installed.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You get an email from 'support@amazon-secure.net' asking for your password. What do you do?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Reply with your password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3258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Click the link and enter 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Delete the email and report it 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13258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and do nothing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Which of these is a sign of phishing?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Email from a known colleague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26974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Urgent subject line asking you to verify your account 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6974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Newsletter you subscribed 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26974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272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Password reset you requested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A caller says they're from Microsoft and your PC has a virus. They want remote access. You should: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Give them access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40690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2542032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Pay the fee they ask for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0690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E8449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Hang up and call Microsoft directly 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4069080"/>
            <a:ext cx="1965960" cy="685800"/>
          </a:xfrm>
          <a:prstGeom prst="roundRect">
            <a:avLst>
              <a:gd name="adj" fmla="val 9333"/>
            </a:avLst>
          </a:prstGeom>
          <a:solidFill>
            <a:srgbClr val="1B2A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48272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Download the software they send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Phishing attacks trick people — not just machines. Stay alert.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1122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Always verify sender addresses and hover over links before clicking.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Enable Multi-Factor Authentication on all important accounts.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1122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If something feels urgent or too good to be true, it probably is fake.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Report phishing attempts — you protect yourself and everyone else.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 Online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On-screen Show (16:9)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Dan</dc:creator>
  <cp:lastModifiedBy>Danvir Js</cp:lastModifiedBy>
  <cp:revision>2</cp:revision>
  <dcterms:created xsi:type="dcterms:W3CDTF">2026-06-10T08:14:00Z</dcterms:created>
  <dcterms:modified xsi:type="dcterms:W3CDTF">2026-06-10T08:17:09Z</dcterms:modified>
</cp:coreProperties>
</file>